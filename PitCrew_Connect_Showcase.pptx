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5F7FA"/>
                </a:solidFill>
                <a:latin typeface="Segoe UI"/>
              </a:defRPr>
            </a:pPr>
            <a:r>
              <a:t>PitCrew Connect: On-Demand Mechanic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5F7FA"/>
                </a:solidFill>
                <a:latin typeface="Segoe UI"/>
              </a:defRPr>
            </a:pPr>
            <a:r>
              <a:t>Presented by: Jai Akash T</a:t>
            </a:r>
          </a:p>
          <a:p>
            <a:pPr>
              <a:spcAft>
                <a:spcPts val="600"/>
              </a:spcAft>
              <a:defRPr sz="2000" b="1">
                <a:solidFill>
                  <a:srgbClr val="9B72CB"/>
                </a:solidFill>
                <a:latin typeface="Segoe UI"/>
              </a:defRPr>
            </a:pPr>
            <a:r>
              <a:t>Register Number: 243115106037</a:t>
            </a:r>
          </a:p>
          <a:p>
            <a:pPr>
              <a:defRPr sz="2000" b="1">
                <a:solidFill>
                  <a:srgbClr val="9B72CB"/>
                </a:solidFill>
                <a:latin typeface="Segoe UI"/>
              </a:defRPr>
            </a:pPr>
            <a:r>
              <a:t>Class Section: ECE-3A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Segoe UI"/>
              </a:defRPr>
            </a:pPr>
            <a:r>
              <a:t>Roadside Dispatch Bottlenecks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285F4"/>
                </a:solidFill>
                <a:latin typeface="Segoe UI"/>
              </a:defRPr>
            </a:pPr>
            <a:r>
              <a:t>MONO DISPATCHING (LEGACY CALL)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Segoe UI"/>
              </a:defRPr>
            </a:pPr>
            <a:r>
              <a:t>Stranded drivers wait on phone brokers to route tickets.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Segoe UI"/>
              </a:defRPr>
            </a:pPr>
            <a:r>
              <a:t>Locations are explained blindly without live coordinates.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Segoe UI"/>
              </a:defRPr>
            </a:pPr>
            <a:r>
              <a:t>No real-time estimated arrival times (ETAs) or route locking.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6BBA"/>
                </a:solidFill>
                <a:latin typeface="Segoe UI"/>
              </a:defRPr>
            </a:pPr>
            <a:r>
              <a:t>STEREO INTAKE (CONSOLIDATED PORTALS)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Segoe UI"/>
              </a:defRPr>
            </a:pPr>
            <a:r>
              <a:t>Consolidated garage portals search manually.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Segoe UI"/>
              </a:defRPr>
            </a:pPr>
            <a:r>
              <a:t>Coordinates are relayed via text messages without vector maps.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Segoe UI"/>
              </a:defRPr>
            </a:pPr>
            <a:r>
              <a:t>High responder matching lag due to manual dispatcher routing.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Segoe UI"/>
              </a:defRPr>
            </a:pPr>
            <a:r>
              <a:t>Regional Dispatch Nodes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Multi-channel Network: Coordinates are mapped across five regional dispatch towers.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Proximity Matching: Incident coordinate nodes alert closest responders within their range.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Active Ledger: Database indexes dispatcher routes and tracks incident paths dynamically.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Segoe UI"/>
              </a:defRPr>
            </a:pPr>
            <a:r>
              <a:t>Roadside Dispatch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Before 2010: Offline Systems — Paper business listings, directories, and telephone call lines.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2015: Static Listings — Web listings. Drivers search, call, and explain coordinates blindly.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2020: Consolidated Portals — Static booking portals suffer from manual assignment lag.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2026+: PitCrew Connect — Automated coordinate intake, vetting, and live map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Segoe UI"/>
              </a:defRPr>
            </a:pPr>
            <a:r>
              <a:t>Dynamic Coordinate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Driver Coordinate Node: Stranded vehicle position is tracked as a live coordinate object.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Real-Time Panning: Coordinates, bearing vectors, and distances recalculate as objects shift on-stage.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Automatic Dispatch Updates: The server pushes coordinate adjustments instantly to matched mechanic screens.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Segoe UI"/>
              </a:defRPr>
            </a:pPr>
            <a:r>
              <a:t>Layered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Client Frontend View: Passenger-facing UI captures coords and details using browser APIs.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Node.js Backend Server: Express scheduling core. Routes coordinate payloads and socket logs.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PostgreSQL Storage Tier: The relational storage engine. Secures sessions, logs, and account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Segoe UI"/>
              </a:defRPr>
            </a:pPr>
            <a:r>
              <a:t>Radius Availability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Active Dispatch Circle: Alerts are broadcasted dynamically to mechanics within active states.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Distance Proximity Logic: The server matches tickets with closest coordinates to cut response lag.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Scale Optimization: Matching radius scales adaptively to regional responder density trends.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Segoe UI"/>
              </a:defRPr>
            </a:pPr>
            <a:r>
              <a:t>Under the Hood: The Dispatcher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REST Middleware: Token validation headers authenticate mechanic requests to coordinate paths.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WebSocket Feeds: The dispatcher server broadcasts coordinates to active responder screens.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Job Match Persistence: Match logs are archived instantly in the Postgres database store.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Segoe UI"/>
              </a:defRPr>
            </a:pPr>
            <a:r>
              <a:t>Security &amp; Vetting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285F4"/>
                </a:solidFill>
                <a:latin typeface="Segoe UI"/>
              </a:defRPr>
            </a:pPr>
            <a:r>
              <a:t>VETTING &amp; COMPLIANCE PIPELINE</a:t>
            </a:r>
          </a:p>
          <a:p>
            <a:pPr>
              <a:spcAft>
                <a:spcPts val="1200"/>
              </a:spcAft>
              <a:defRPr sz="1400">
                <a:solidFill>
                  <a:srgbClr val="F5F7FA"/>
                </a:solidFill>
                <a:latin typeface="Segoe UI"/>
              </a:defRPr>
            </a:pPr>
            <a:r>
              <a:t>Responders submit trade licenses, identity, and garage details.</a:t>
            </a:r>
          </a:p>
          <a:p>
            <a:pPr>
              <a:spcAft>
                <a:spcPts val="1200"/>
              </a:spcAft>
              <a:defRPr sz="1400">
                <a:solidFill>
                  <a:srgbClr val="F5F7FA"/>
                </a:solidFill>
                <a:latin typeface="Segoe UI"/>
              </a:defRPr>
            </a:pPr>
            <a:r>
              <a:t>Platform admins verify details before unlocking active coordinates queues.</a:t>
            </a:r>
          </a:p>
          <a:p>
            <a:pPr>
              <a:spcAft>
                <a:spcPts val="1200"/>
              </a:spcAft>
              <a:defRPr sz="1400">
                <a:solidFill>
                  <a:srgbClr val="F5F7FA"/>
                </a:solidFill>
                <a:latin typeface="Segoe UI"/>
              </a:defRPr>
            </a:pPr>
            <a:r>
              <a:t>Only vetted and active accounts can accept roadside coordination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6BBA"/>
                </a:solidFill>
                <a:latin typeface="Segoe UI"/>
              </a:defRPr>
            </a:pPr>
            <a:r>
              <a:t>DATA ENCRYPTION STANDARDS</a:t>
            </a:r>
          </a:p>
          <a:p>
            <a:pPr>
              <a:spcAft>
                <a:spcPts val="1200"/>
              </a:spcAft>
              <a:defRPr sz="1400">
                <a:solidFill>
                  <a:srgbClr val="F5F7FA"/>
                </a:solidFill>
                <a:latin typeface="Segoe UI"/>
              </a:defRPr>
            </a:pPr>
            <a:r>
              <a:t>Passwords on-disk are encrypted using robust bcryptjs hashing algorithms.</a:t>
            </a:r>
          </a:p>
          <a:p>
            <a:pPr>
              <a:spcAft>
                <a:spcPts val="1200"/>
              </a:spcAft>
              <a:defRPr sz="1400">
                <a:solidFill>
                  <a:srgbClr val="F5F7FA"/>
                </a:solidFill>
                <a:latin typeface="Segoe UI"/>
              </a:defRPr>
            </a:pPr>
            <a:r>
              <a:t>Authorization tokens lock API endpoints to validated mechanic sessions.</a:t>
            </a:r>
          </a:p>
          <a:p>
            <a:pPr>
              <a:spcAft>
                <a:spcPts val="1200"/>
              </a:spcAft>
              <a:defRPr sz="1400">
                <a:solidFill>
                  <a:srgbClr val="F5F7FA"/>
                </a:solidFill>
                <a:latin typeface="Segoe UI"/>
              </a:defRPr>
            </a:pPr>
            <a:r>
              <a:t>All transactions are logged in Postgres to maintain compliance audits.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Segoe UI"/>
              </a:defRPr>
            </a:pPr>
            <a:r>
              <a:t>Speed &amp; Efficiency Fulfillment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657600"/>
                <a:gridCol w="3657600"/>
              </a:tblGrid>
              <a:tr h="8229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9B72CB"/>
                          </a:solidFill>
                          <a:latin typeface="Segoe UI"/>
                        </a:defRPr>
                      </a:pPr>
                      <a:r>
                        <a:t>Platform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9B72CB"/>
                          </a:solidFill>
                          <a:latin typeface="Segoe UI"/>
                        </a:defRPr>
                      </a:pPr>
                      <a:r>
                        <a:t>Legacy Phone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9B72CB"/>
                          </a:solidFill>
                          <a:latin typeface="Segoe UI"/>
                        </a:defRPr>
                      </a:pPr>
                      <a:r>
                        <a:t>PitCrew Connect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7FA"/>
                          </a:solidFill>
                          <a:latin typeface="Segoe UI"/>
                        </a:defRPr>
                      </a:pPr>
                      <a:r>
                        <a:t>Average Response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7FA"/>
                          </a:solidFill>
                          <a:latin typeface="Segoe UI"/>
                        </a:defRPr>
                      </a:pPr>
                      <a:r>
                        <a:t>45.0 Mins (Broker lag)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96BBA"/>
                          </a:solidFill>
                          <a:latin typeface="Segoe UI"/>
                        </a:defRPr>
                      </a:pPr>
                      <a:r>
                        <a:t>12.5 Mins (72% speedup)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7FA"/>
                          </a:solidFill>
                          <a:latin typeface="Segoe UI"/>
                        </a:defRPr>
                      </a:pPr>
                      <a:r>
                        <a:t>GPS Location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7FA"/>
                          </a:solidFill>
                          <a:latin typeface="Segoe UI"/>
                        </a:defRPr>
                      </a:pPr>
                      <a:r>
                        <a:t>Approximate street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96BBA"/>
                          </a:solidFill>
                          <a:latin typeface="Segoe UI"/>
                        </a:defRPr>
                      </a:pPr>
                      <a:r>
                        <a:t>Live Coordinates Routing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7FA"/>
                          </a:solidFill>
                          <a:latin typeface="Segoe UI"/>
                        </a:defRPr>
                      </a:pPr>
                      <a:r>
                        <a:t>Responder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7FA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96BBA"/>
                          </a:solidFill>
                          <a:latin typeface="Segoe UI"/>
                        </a:defRPr>
                      </a:pPr>
                      <a:r>
                        <a:t>Vetted Trade Licenses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7FA"/>
                          </a:solidFill>
                          <a:latin typeface="Segoe UI"/>
                        </a:defRPr>
                      </a:pPr>
                      <a:r>
                        <a:t>System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7FA"/>
                          </a:solidFill>
                          <a:latin typeface="Segoe UI"/>
                        </a:defRPr>
                      </a:pPr>
                      <a:r>
                        <a:t>Office Hours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96BBA"/>
                          </a:solidFill>
                          <a:latin typeface="Segoe UI"/>
                        </a:defRPr>
                      </a:pPr>
                      <a:r>
                        <a:t>99.98% / 24-7 Core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5F7FA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8E9FB6"/>
                </a:solidFill>
                <a:latin typeface="Segoe UI"/>
              </a:defRPr>
            </a:pPr>
            <a:r>
              <a:t>Platform live at: pitcrew-connect.onrender.com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